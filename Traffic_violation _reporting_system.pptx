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Manne" userId="9fb3efb89d3bbf76" providerId="LiveId" clId="{40BF6FAF-A1E1-4E5E-B243-68A389437217}"/>
    <pc:docChg chg="modSld">
      <pc:chgData name="Nandini Manne" userId="9fb3efb89d3bbf76" providerId="LiveId" clId="{40BF6FAF-A1E1-4E5E-B243-68A389437217}" dt="2026-10-03T08:29:17.048" v="2" actId="20577"/>
      <pc:docMkLst>
        <pc:docMk/>
      </pc:docMkLst>
      <pc:sldChg chg="modSp mod">
        <pc:chgData name="Nandini Manne" userId="9fb3efb89d3bbf76" providerId="LiveId" clId="{40BF6FAF-A1E1-4E5E-B243-68A389437217}" dt="2026-10-03T08:29:17.048" v="2" actId="20577"/>
        <pc:sldMkLst>
          <pc:docMk/>
          <pc:sldMk cId="0" sldId="257"/>
        </pc:sldMkLst>
        <pc:spChg chg="mod">
          <ac:chgData name="Nandini Manne" userId="9fb3efb89d3bbf76" providerId="LiveId" clId="{40BF6FAF-A1E1-4E5E-B243-68A389437217}" dt="2026-10-03T08:29:17.048" v="2" actId="20577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740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92369" y="5486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Violation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79476" y="21488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9B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Members: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  : K. Akshaya—25MVCSMR0048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[Name : L. Akshaya —25MVCSMR0051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[Name : M. Nandini —25MVCSMR0057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[Name : P. </a:t>
            </a:r>
            <a:r>
              <a:rPr lang="en-US" sz="14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Gangothri</a:t>
            </a: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—25MVCSMR0069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18120" y="2651760"/>
            <a:ext cx="109728" cy="13716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45720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594360"/>
            <a:ext cx="640080" cy="502920"/>
          </a:xfrm>
          <a:prstGeom prst="ellipse">
            <a:avLst/>
          </a:prstGeom>
          <a:solidFill>
            <a:srgbClr val="B45454"/>
          </a:solidFill>
          <a:ln w="12700">
            <a:solidFill>
              <a:srgbClr val="B45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188720"/>
            <a:ext cx="640080" cy="502920"/>
          </a:xfrm>
          <a:prstGeom prst="ellipse">
            <a:avLst/>
          </a:prstGeom>
          <a:solidFill>
            <a:srgbClr val="D4B45C"/>
          </a:solidFill>
          <a:ln w="12700">
            <a:solidFill>
              <a:srgbClr val="D4B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783080"/>
            <a:ext cx="640080" cy="502920"/>
          </a:xfrm>
          <a:prstGeom prst="ellipse">
            <a:avLst/>
          </a:prstGeom>
          <a:solidFill>
            <a:srgbClr val="5E9C7A"/>
          </a:solidFill>
          <a:ln w="12700">
            <a:solidFill>
              <a:srgbClr val="5E9C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83430"/>
            <a:ext cx="91440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dash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080510"/>
            <a:ext cx="457200" cy="45720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080510"/>
            <a:ext cx="457200" cy="457200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08051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88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56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: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Violations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Breaking road rules — signal jumping, over-speeding, wrong parking — puts public safety at risk.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8346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Need: a fast, transparent digital reporting system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1188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298448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126" y="14410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46520" y="1188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298448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686" y="144109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37960" y="1901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Paperwork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251960" y="26060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83480" y="2715768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126" y="285841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343400" y="3319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 tracking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46520" y="26060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78040" y="2715768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686" y="2858414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37960" y="3319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reporting  ➜  Digital system: faster, paperless, trackable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88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56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&amp; Technologies Used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74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1700052"/>
            <a:ext cx="184343" cy="184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Digitize traffic violation reporting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167128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2266980"/>
            <a:ext cx="184343" cy="184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2167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paperwork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2734056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2833908"/>
            <a:ext cx="184343" cy="184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05840" y="2734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transparency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" y="3300984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3400836"/>
            <a:ext cx="184343" cy="18434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" y="33009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Securely store reports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57200" y="3867912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3967764"/>
            <a:ext cx="184343" cy="18434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0584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Faster, efficient management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4846320" y="109728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50749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</a:t>
            </a:r>
            <a:endParaRPr lang="en-US" sz="2000" dirty="0"/>
          </a:p>
        </p:txBody>
      </p:sp>
      <p:sp>
        <p:nvSpPr>
          <p:cNvPr id="23" name="Shape 15"/>
          <p:cNvSpPr/>
          <p:nvPr/>
        </p:nvSpPr>
        <p:spPr>
          <a:xfrm>
            <a:off x="5074920" y="169164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50749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6858000" y="169164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8580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5074920" y="2368296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074920" y="23682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858000" y="2368296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858000" y="23682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5074920" y="3044952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074920" y="3044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858000" y="3044952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858000" y="3044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5074920" y="37216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074920" y="3721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88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56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417320" cy="2468880"/>
          </a:xfrm>
          <a:prstGeom prst="roundRect">
            <a:avLst>
              <a:gd name="adj" fmla="val 774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15956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4688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920240" y="2331720"/>
            <a:ext cx="228600" cy="320040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48840" y="1234440"/>
            <a:ext cx="1417320" cy="2468880"/>
          </a:xfrm>
          <a:prstGeom prst="roundRect">
            <a:avLst>
              <a:gd name="adj" fmla="val 774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14173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15956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4884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240280" y="24688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Sign Up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611880" y="2331720"/>
            <a:ext cx="228600" cy="320040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840480" y="1234440"/>
            <a:ext cx="1417320" cy="2468880"/>
          </a:xfrm>
          <a:prstGeom prst="roundRect">
            <a:avLst>
              <a:gd name="adj" fmla="val 774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06240" y="14173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548" y="159562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4048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3931920" y="24688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Traffic Violation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303520" y="2331720"/>
            <a:ext cx="228600" cy="320040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532120" y="1234440"/>
            <a:ext cx="1417320" cy="2468880"/>
          </a:xfrm>
          <a:prstGeom prst="roundRect">
            <a:avLst>
              <a:gd name="adj" fmla="val 7742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97880" y="14173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188" y="15956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3212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623560" y="24688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Data in Supabase Database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995160" y="2331720"/>
            <a:ext cx="228600" cy="320040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223760" y="1234440"/>
            <a:ext cx="1417320" cy="2468880"/>
          </a:xfrm>
          <a:prstGeom prst="roundRect">
            <a:avLst>
              <a:gd name="adj" fmla="val 7742"/>
            </a:avLst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9520" y="14173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7828" y="159562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2376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24688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Reviews &amp; Manages Reports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0" y="402336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dash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0" y="3931920"/>
            <a:ext cx="457200" cy="457200"/>
          </a:xfrm>
          <a:prstGeom prst="rect">
            <a:avLst/>
          </a:prstGeom>
        </p:spPr>
      </p:pic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39319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88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56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&amp; Benefits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61848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7373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057400" y="150876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61848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173736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488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657600" y="150876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160520" y="161848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173736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4904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Submission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301752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60120" y="312724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32461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Storage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2057400" y="301752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560320" y="312724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9192" y="324612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1488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3657600" y="301752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160520" y="312724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392" y="3246120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7490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Interface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5440680" y="1051560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6692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74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32" name="Shape 23"/>
          <p:cNvSpPr/>
          <p:nvPr/>
        </p:nvSpPr>
        <p:spPr>
          <a:xfrm>
            <a:off x="5669280" y="1645920"/>
            <a:ext cx="384048" cy="384048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132" y="1745772"/>
            <a:ext cx="184343" cy="184343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21792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Time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5669280" y="2212848"/>
            <a:ext cx="384048" cy="384048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132" y="2312700"/>
            <a:ext cx="184343" cy="184343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21792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Paperwork</a:t>
            </a:r>
            <a:endParaRPr lang="en-US" sz="1500" dirty="0"/>
          </a:p>
        </p:txBody>
      </p:sp>
      <p:sp>
        <p:nvSpPr>
          <p:cNvPr id="38" name="Shape 27"/>
          <p:cNvSpPr/>
          <p:nvPr/>
        </p:nvSpPr>
        <p:spPr>
          <a:xfrm>
            <a:off x="5669280" y="2779776"/>
            <a:ext cx="384048" cy="384048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132" y="2879628"/>
            <a:ext cx="184343" cy="184343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217920" y="2779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Data</a:t>
            </a:r>
            <a:endParaRPr lang="en-US" sz="1500" dirty="0"/>
          </a:p>
        </p:txBody>
      </p:sp>
      <p:sp>
        <p:nvSpPr>
          <p:cNvPr id="41" name="Shape 29"/>
          <p:cNvSpPr/>
          <p:nvPr/>
        </p:nvSpPr>
        <p:spPr>
          <a:xfrm>
            <a:off x="5669280" y="3346704"/>
            <a:ext cx="384048" cy="384048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132" y="3446556"/>
            <a:ext cx="184343" cy="184343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217920" y="3346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Report Management</a:t>
            </a:r>
            <a:endParaRPr lang="en-US" sz="1500" dirty="0"/>
          </a:p>
        </p:txBody>
      </p:sp>
      <p:sp>
        <p:nvSpPr>
          <p:cNvPr id="44" name="Shape 31"/>
          <p:cNvSpPr/>
          <p:nvPr/>
        </p:nvSpPr>
        <p:spPr>
          <a:xfrm>
            <a:off x="5669280" y="3913632"/>
            <a:ext cx="384048" cy="384048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132" y="4013484"/>
            <a:ext cx="184343" cy="184343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217920" y="3913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Transparency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4288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56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97280" y="1325880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926" y="146852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AI-Based Violation Detection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587752" y="11887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27832" y="1325880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478" y="146852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79192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Plate Recognition (ANPR)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18304" y="11887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58384" y="1325880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1030" y="1468526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09744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Integration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848856" y="11887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488936" y="1325880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1582" y="146852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0296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57200" y="29718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097280" y="3108960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926" y="325160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864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2587752" y="29718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3227832" y="3108960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0478" y="3251606"/>
            <a:ext cx="263347" cy="26334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2679192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Integration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4718304" y="29718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358384" y="3108960"/>
            <a:ext cx="548640" cy="5486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1030" y="3251606"/>
            <a:ext cx="263347" cy="263347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809744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6848856" y="29718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488936" y="3108960"/>
            <a:ext cx="548640" cy="548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1582" y="3251606"/>
            <a:ext cx="263347" cy="26334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40296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Transport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990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digital platform for traffic violation reporting.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67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057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efficiency, transparency and security.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363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926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manual work and enables better management.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760720" y="822960"/>
            <a:ext cx="2834640" cy="2834640"/>
          </a:xfrm>
          <a:prstGeom prst="ellipse">
            <a:avLst/>
          </a:prstGeom>
          <a:solidFill>
            <a:srgbClr val="9A7437"/>
          </a:solidFill>
          <a:ln w="12700">
            <a:solidFill>
              <a:srgbClr val="9A743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76072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576072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0" y="4583430"/>
            <a:ext cx="91440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dash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80510"/>
            <a:ext cx="457200" cy="4572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80510"/>
            <a:ext cx="457200" cy="45720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08051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 Minimal">
  <a:themeElements>
    <a:clrScheme name="Slate Minimal">
      <a:dk1>
        <a:srgbClr val="1F2937"/>
      </a:dk1>
      <a:lt1>
        <a:srgbClr val="FFFFFF"/>
      </a:lt1>
      <a:dk2>
        <a:srgbClr val="1E293B"/>
      </a:dk2>
      <a:lt2>
        <a:srgbClr val="F1F5F9"/>
      </a:lt2>
      <a:accent1>
        <a:srgbClr val="475569"/>
      </a:accent1>
      <a:accent2>
        <a:srgbClr val="9A7437"/>
      </a:accent2>
      <a:accent3>
        <a:srgbClr val="1E293B"/>
      </a:accent3>
      <a:accent4>
        <a:srgbClr val="94A3B8"/>
      </a:accent4>
      <a:accent5>
        <a:srgbClr val="D9BF8F"/>
      </a:accent5>
      <a:accent6>
        <a:srgbClr val="64748B"/>
      </a:accent6>
      <a:hlink>
        <a:srgbClr val="475569"/>
      </a:hlink>
      <a:folHlink>
        <a:srgbClr val="1E293B"/>
      </a:folHlink>
    </a:clrScheme>
    <a:fontScheme name="Slate Minimal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235</Words>
  <Application>Microsoft Office PowerPoint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Segoe UI</vt:lpstr>
      <vt:lpstr>Slate Minimal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Violation Reporting System</dc:title>
  <dc:subject>PptxGenJS Presentation</dc:subject>
  <dc:creator>PptxGenJS</dc:creator>
  <cp:lastModifiedBy>Nandini Manne</cp:lastModifiedBy>
  <cp:revision>2</cp:revision>
  <dcterms:created xsi:type="dcterms:W3CDTF">2026-10-03T08:16:57Z</dcterms:created>
  <dcterms:modified xsi:type="dcterms:W3CDTF">2026-10-03T08:31:23Z</dcterms:modified>
</cp:coreProperties>
</file>